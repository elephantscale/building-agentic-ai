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RAG &amp; Vector Databases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II — What We'll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Why RAG</a:t>
            </a:r>
            <a:r>
              <a:t> — give the agent facts it wasn't trained on, and</a:t>
            </a:r>
            <a:r>
              <a:rPr i="1"/>
              <a:t> ground</a:t>
            </a:r>
            <a:r>
              <a:t> what it says</a:t>
            </a:r>
          </a:p>
          <a:p>
            <a:r>
              <a:rPr b="1"/>
              <a:t> Embeddings</a:t>
            </a:r>
            <a:r>
              <a:t> — turning text into vectors that carry meaning</a:t>
            </a:r>
          </a:p>
          <a:p>
            <a:r>
              <a:rPr b="1"/>
              <a:t> Vector databases</a:t>
            </a:r>
            <a:r>
              <a:t> — storing those vectors and searching them by similarity</a:t>
            </a:r>
          </a:p>
          <a:p>
            <a:r>
              <a:rPr b="1"/>
              <a:t> Chunking</a:t>
            </a:r>
            <a:r>
              <a:t> — how you split documents decides what retrieval can find</a:t>
            </a:r>
          </a:p>
          <a:p>
            <a:r>
              <a:rPr b="1"/>
              <a:t> Grounding &amp; citation</a:t>
            </a:r>
            <a:r>
              <a:t> — answer</a:t>
            </a:r>
            <a:r>
              <a:rPr i="1"/>
              <a:t> from the sources</a:t>
            </a:r>
            <a:r>
              <a:t> , cite them, or say "not found"</a:t>
            </a:r>
          </a:p>
          <a:p>
            <a:r>
              <a:rPr b="1"/>
              <a:t> Retrieval as a tool</a:t>
            </a:r>
            <a:r>
              <a:t> — the agent decides when to go look things up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RAG is how an agent stops guessing from memory and starts answering from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Ideas (whiteboard)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Embedding space — "near" means "related in meaning," not "same words"</a:t>
            </a:r>
          </a:p>
          <a:p>
            <a:r>
              <a:t> Cosine similarity — the one number behind every vector search</a:t>
            </a:r>
          </a:p>
          <a:p>
            <a:r>
              <a:t> Chunk size vs. recall — too big dilutes, too small loses context</a:t>
            </a:r>
          </a:p>
          <a:p>
            <a:r>
              <a:t> Top-k retrieval — how many passages to pull, and why more isn't better</a:t>
            </a:r>
          </a:p>
          <a:p>
            <a:r>
              <a:t> The failure mode: retrieve the wrong chunk → confidently wrong answer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We'll draw the vector space and walk one query end to end before the lab.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RAG Pipeline (reference)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7132"/>
            <a:ext cx="8915400" cy="1444910"/>
          </a:xfrm>
          <a:prstGeom prst="rect">
            <a:avLst/>
          </a:prstGeom>
        </p:spPr>
      </p:pic>
      <p:pic>
        <p:nvPicPr>
          <p:cNvPr id="6" name="Picture 5" descr="pexels-vika-glitter-392079-45525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4363" y="3704634"/>
            <a:ext cx="3697224" cy="24582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04088" y="6620256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Same embedder on both sides. The store is just "find the nearest vectors, fast."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DBs in the Wild (reference)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Local / embedded:</a:t>
            </a:r>
            <a:r>
              <a:t> FAISS, Chroma, a plain NumPy matrix (what the lab uses offline)</a:t>
            </a:r>
          </a:p>
          <a:p>
            <a:r>
              <a:rPr b="1"/>
              <a:t> Server / managed:</a:t>
            </a:r>
            <a:r>
              <a:t> pgvector, Pinecone, Weaviate, Milvus</a:t>
            </a:r>
          </a:p>
          <a:p>
            <a:r>
              <a:t> They differ in scale, ops, and filters —</a:t>
            </a:r>
            <a:r>
              <a:rPr b="1"/>
              <a:t> the idea is identical</a:t>
            </a:r>
            <a:r>
              <a:t> : nearest-neighbor search</a:t>
            </a:r>
          </a:p>
          <a:p>
            <a:r>
              <a:t> For a locked-down network, embedded + local embeddings runs with</a:t>
            </a:r>
            <a:r>
              <a:rPr b="1"/>
              <a:t> no cloud at all</a:t>
            </a:r>
          </a:p>
          <a:p>
            <a:endParaRPr b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Pick the DB for your ops reality; the retrieval concept doesn't change.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Grounding: the Agentic Payoff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Retrieval returns</a:t>
            </a:r>
            <a:r>
              <a:rPr b="1"/>
              <a:t> passages with sources</a:t>
            </a:r>
            <a:r>
              <a:t> — not an answer</a:t>
            </a:r>
          </a:p>
          <a:p>
            <a:r>
              <a:t> The agent answers</a:t>
            </a:r>
            <a:r>
              <a:rPr b="1"/>
              <a:t> only</a:t>
            </a:r>
            <a:r>
              <a:t> from those passages, and</a:t>
            </a:r>
            <a:r>
              <a:rPr b="1"/>
              <a:t> cites</a:t>
            </a:r>
            <a:r>
              <a:t> them</a:t>
            </a:r>
          </a:p>
          <a:p>
            <a:r>
              <a:t> No supporting passage?</a:t>
            </a:r>
            <a:r>
              <a:rPr b="1"/>
              <a:t> Say so</a:t>
            </a:r>
            <a:r>
              <a:t> — don't fill the gap from memory</a:t>
            </a:r>
          </a:p>
          <a:p>
            <a:r>
              <a:t> Wrap it as a tool —</a:t>
            </a:r>
            <a:r>
              <a:rPr>
                <a:latin typeface="Courier New"/>
              </a:rPr>
              <a:t> search_knowledge_base(query)</a:t>
            </a:r>
            <a:r>
              <a:t> — and the agent calls it when it needs facts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Grounding + citation + "I don't know" is what makes retrieval trustworthy in production.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6 — RAG over a Local Vector Store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Stop here and run Lab 6.</a:t>
            </a:r>
          </a:p>
          <a:p>
            <a:r>
              <a:t> You will:</a:t>
            </a:r>
          </a:p>
          <a:p>
            <a:r>
              <a:rPr b="1"/>
              <a:t> Chunk</a:t>
            </a:r>
            <a:r>
              <a:t> a small document corpus and</a:t>
            </a:r>
            <a:r>
              <a:rPr b="1"/>
              <a:t> embed</a:t>
            </a:r>
            <a:r>
              <a:t> every chunk.</a:t>
            </a:r>
          </a:p>
          <a:p>
            <a:r>
              <a:t> Build a</a:t>
            </a:r>
            <a:r>
              <a:rPr b="1"/>
              <a:t> vector store</a:t>
            </a:r>
            <a:r>
              <a:t> and run</a:t>
            </a:r>
            <a:r>
              <a:rPr b="1"/>
              <a:t> similarity search</a:t>
            </a:r>
            <a:r>
              <a:t> for a question.</a:t>
            </a:r>
          </a:p>
          <a:p>
            <a:r>
              <a:t> Return the</a:t>
            </a:r>
            <a:r>
              <a:rPr b="1"/>
              <a:t> top-k passages with their sources</a:t>
            </a:r>
            <a:r>
              <a:t> .</a:t>
            </a:r>
          </a:p>
          <a:p>
            <a:r>
              <a:t> Produce a</a:t>
            </a:r>
            <a:r>
              <a:rPr b="1"/>
              <a:t> grounded answer that cites</a:t>
            </a:r>
            <a:r>
              <a:t> the passages — or says the answer isn't in the corpus.</a:t>
            </a:r>
          </a:p>
          <a:p>
            <a:r>
              <a:t> Expose retrieval as a</a:t>
            </a:r>
            <a:r>
              <a:rPr>
                <a:latin typeface="Courier New"/>
              </a:rPr>
              <a:t> search_knowledge_base</a:t>
            </a:r>
            <a:r>
              <a:t> </a:t>
            </a:r>
            <a:r>
              <a:rPr b="1"/>
              <a:t> tool</a:t>
            </a:r>
            <a:r>
              <a:t> the agent can call.</a:t>
            </a:r>
          </a:p>
          <a:p>
            <a:r>
              <a:rPr b="1"/>
              <a:t> Runs fully offline</a:t>
            </a:r>
            <a:r>
              <a:t> (local embeddings + NumPy store); hosted embeddings are an optional switch.</a:t>
            </a:r>
          </a:p>
          <a:p>
            <a:r>
              <a:rPr b="1"/>
              <a:t> Time:</a:t>
            </a:r>
            <a:r>
              <a:t> 60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378293</TotalTime>
  <Words>581</Words>
  <Application>Microsoft Macintosh PowerPoint</Application>
  <PresentationFormat>Custom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RAG &amp; Vector Databases</vt:lpstr>
      <vt:lpstr>Part II — What We'll Cover</vt:lpstr>
      <vt:lpstr>The Ideas (whiteboard)</vt:lpstr>
      <vt:lpstr>The RAG Pipeline (reference)</vt:lpstr>
      <vt:lpstr>Vector DBs in the Wild (reference)</vt:lpstr>
      <vt:lpstr>Grounding: the Agentic Payoff</vt:lpstr>
      <vt:lpstr>Lab 6 — RAG over a Local Vector Store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Warren Crawford</cp:lastModifiedBy>
  <cp:revision>4136</cp:revision>
  <cp:lastPrinted>2010-01-03T02:41:41Z</cp:lastPrinted>
  <dcterms:created xsi:type="dcterms:W3CDTF">2010-07-13T15:22:01Z</dcterms:created>
  <dcterms:modified xsi:type="dcterms:W3CDTF">2026-10-13T22:11:02Z</dcterms:modified>
</cp:coreProperties>
</file>