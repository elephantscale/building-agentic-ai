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Low-Code Agentic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Not every agent needs a repo</a:t>
            </a:r>
          </a:p>
          <a:p>
            <a:r>
              <a:t> Business teams want wins this week</a:t>
            </a:r>
          </a:p>
          <a:p>
            <a:r>
              <a:t> Low-code = ChatGPT + Zapier + Custom GPTs</a:t>
            </a:r>
          </a:p>
          <a:p>
            <a:r>
              <a:t> Same patterns, less plumbing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pattern outlives the tool. Low-code just moves the plumbing behind a 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Low-Code 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Fits</a:t>
            </a:r>
            <a:r>
              <a:t> when:</a:t>
            </a:r>
          </a:p>
          <a:p>
            <a:pPr lvl="1"/>
            <a:r>
              <a:t> the owner is not a developer</a:t>
            </a:r>
          </a:p>
          <a:p>
            <a:pPr lvl="1"/>
            <a:r>
              <a:t> the task is business automation (triage, drafting, routing)</a:t>
            </a:r>
          </a:p>
          <a:p>
            <a:pPr lvl="1"/>
            <a:r>
              <a:t> you want a fast win to prove value</a:t>
            </a:r>
          </a:p>
          <a:p>
            <a:pPr lvl="1"/>
            <a:r>
              <a:t> the systems already have connectors</a:t>
            </a:r>
          </a:p>
          <a:p>
            <a:r>
              <a:rPr b="1"/>
              <a:t> Reach for code</a:t>
            </a:r>
            <a:r>
              <a:t> when:</a:t>
            </a:r>
          </a:p>
          <a:p>
            <a:pPr lvl="1"/>
            <a:r>
              <a:t> logic is complex or heavily branching</a:t>
            </a:r>
          </a:p>
          <a:p>
            <a:pPr lvl="1"/>
            <a:r>
              <a:t> you need tests, version control, custom tools</a:t>
            </a:r>
          </a:p>
          <a:p>
            <a:pPr lvl="1"/>
            <a:r>
              <a:t> latency, cost, or scale are tight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silverkblack-366973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0" y="4606131"/>
            <a:ext cx="3240024" cy="182251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Pick the lightest tool that does the job — then graduate when it hurts.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Low-Code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ChatGPT</a:t>
            </a:r>
            <a:r>
              <a:t> — the reasoning step</a:t>
            </a:r>
          </a:p>
          <a:p>
            <a:r>
              <a:rPr b="1"/>
              <a:t> Custom GPT</a:t>
            </a:r>
            <a:r>
              <a:t> — a configured assistant + Actions</a:t>
            </a:r>
          </a:p>
          <a:p>
            <a:r>
              <a:rPr b="1"/>
              <a:t> Zapier</a:t>
            </a:r>
            <a:r>
              <a:t> — triggers, connectors, the workflow spine</a:t>
            </a:r>
          </a:p>
          <a:p>
            <a:r>
              <a:rPr b="1"/>
              <a:t> Actions (OpenAPI)</a:t>
            </a:r>
            <a:r>
              <a:t> — how a GPT calls real APIs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637985"/>
            <a:ext cx="9372600" cy="6485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Zapier moves data. The GPT makes decisions. You keep the approval.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2028455"/>
            <a:ext cx="9137650" cy="19172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1500" y="706639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Trigger -&gt; reason -&gt; act -&gt; review. Four boxes. Every low-code agent is these.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ChatGPT + Zapier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Zapier catches an event (email, form, row, ticket)</a:t>
            </a:r>
          </a:p>
          <a:p>
            <a:r>
              <a:t> A</a:t>
            </a:r>
            <a:r>
              <a:rPr b="1"/>
              <a:t> ChatGPT step</a:t>
            </a:r>
            <a:r>
              <a:t> runs your prompt on that data</a:t>
            </a:r>
          </a:p>
          <a:p>
            <a:r>
              <a:t> Insist on</a:t>
            </a:r>
            <a:r>
              <a:rPr b="1"/>
              <a:t> structured output</a:t>
            </a:r>
            <a:r>
              <a:t> so later steps can branch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" y="3086496"/>
            <a:ext cx="9344025" cy="104804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9325" y="7135798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Prose is for people. JSON is for the next Zap step.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GPTs With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</a:t>
            </a:r>
            <a:r>
              <a:rPr b="1"/>
              <a:t> Custom GPT</a:t>
            </a:r>
            <a:r>
              <a:t> = instructions + knowledge + Actions</a:t>
            </a:r>
          </a:p>
          <a:p>
            <a:r>
              <a:t> An</a:t>
            </a:r>
            <a:r>
              <a:rPr b="1"/>
              <a:t> Action</a:t>
            </a:r>
            <a:r>
              <a:t> lets the GPT call an API you describe</a:t>
            </a:r>
          </a:p>
          <a:p>
            <a:r>
              <a:t> You describe it with an</a:t>
            </a:r>
            <a:r>
              <a:rPr b="1"/>
              <a:t> OpenAPI</a:t>
            </a:r>
            <a:r>
              <a:t> schema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7837"/>
            <a:ext cx="9372600" cy="282159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OpenAPI schema is the tool spec — the same contract we wrote in Lab 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In A Low-Code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Chat memory is short and per-conversation</a:t>
            </a:r>
          </a:p>
          <a:p>
            <a:r>
              <a:t> Durable memory lives</a:t>
            </a:r>
            <a:r>
              <a:rPr b="1"/>
              <a:t> outside</a:t>
            </a:r>
            <a:r>
              <a:t> the GPT:</a:t>
            </a:r>
          </a:p>
          <a:p>
            <a:pPr lvl="1"/>
            <a:r>
              <a:t> a Zapier Table / Google Sheet</a:t>
            </a:r>
          </a:p>
          <a:p>
            <a:pPr lvl="1"/>
            <a:r>
              <a:t> the CRM record itself</a:t>
            </a:r>
          </a:p>
          <a:p>
            <a:pPr lvl="1"/>
            <a:r>
              <a:t> a knowledge file in the Custom GPT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89269"/>
            <a:ext cx="9372600" cy="4596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429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If you want the agent to remember, give it a place to write. Chat is not storage.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Chaining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One Zap = a chain of steps, each feeding the next</a:t>
            </a:r>
          </a:p>
          <a:p>
            <a:r>
              <a:t> Keep each step</a:t>
            </a:r>
            <a:r>
              <a:rPr b="1"/>
              <a:t> small and single-purpose</a:t>
            </a:r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24" y="2459687"/>
            <a:ext cx="7874000" cy="1854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15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Small steps are testable steps. One giant prompt is a black box.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Reflection In Low-Code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Add a</a:t>
            </a:r>
            <a:r>
              <a:rPr b="1" dirty="0"/>
              <a:t> second GPT step</a:t>
            </a:r>
            <a:r>
              <a:rPr dirty="0"/>
              <a:t> that critiques the first</a:t>
            </a:r>
          </a:p>
          <a:p>
            <a:r>
              <a:rPr dirty="0"/>
              <a:t> Route the draft back for one revision if weak</a:t>
            </a:r>
          </a:p>
          <a:p>
            <a:endParaRPr dirty="0"/>
          </a:p>
          <a:p>
            <a:endParaRPr dirty="0"/>
          </a:p>
          <a:p>
            <a:r>
              <a:rPr dirty="0"/>
              <a:t> </a:t>
            </a:r>
            <a:endParaRPr lang="en-US" dirty="0"/>
          </a:p>
          <a:p>
            <a:r>
              <a:rPr dirty="0"/>
              <a:t>Cap the loop — Zapier has no infinite loops by design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" y="2065817"/>
            <a:ext cx="8841697" cy="877824"/>
          </a:xfrm>
          <a:prstGeom prst="rect">
            <a:avLst/>
          </a:prstGeom>
        </p:spPr>
      </p:pic>
      <p:pic>
        <p:nvPicPr>
          <p:cNvPr id="6" name="Picture 5" descr="pexels-damir-1972005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249" y="3727628"/>
            <a:ext cx="2364549" cy="321797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95299" y="705398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Reflection is just a second opinion wired in. Same pattern as </a:t>
            </a:r>
            <a:r>
              <a:rPr sz="1800" i="1" dirty="0" err="1">
                <a:solidFill>
                  <a:srgbClr val="333333"/>
                </a:solidFill>
              </a:rPr>
              <a:t>LangGraph</a:t>
            </a:r>
            <a:r>
              <a:rPr sz="1800" i="1" dirty="0">
                <a:solidFill>
                  <a:srgbClr val="333333"/>
                </a:solidFill>
              </a:rPr>
              <a:t>, fewer lines.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No-Code CRM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Inbound lead or ticket arrives</a:t>
            </a:r>
          </a:p>
          <a:p>
            <a:r>
              <a:t> GPT classifies, scores, and drafts a CRM note</a:t>
            </a:r>
          </a:p>
          <a:p>
            <a:r>
              <a:t> Nothing writes to the record until a human approves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" y="2957475"/>
            <a:ext cx="9367838" cy="10177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3050" y="7105028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agent proposes the CRM update. A person commits it. That line never moves.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In Low-Code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Low-code hides the code,</a:t>
            </a:r>
            <a:r>
              <a:rPr b="1"/>
              <a:t> not</a:t>
            </a:r>
            <a:r>
              <a:t> the risk</a:t>
            </a:r>
          </a:p>
          <a:p>
            <a:r>
              <a:t> Same guardrails as everywhere:</a:t>
            </a:r>
          </a:p>
          <a:p>
            <a:pPr lvl="1"/>
            <a:r>
              <a:rPr b="1"/>
              <a:t> Human approval</a:t>
            </a:r>
            <a:r>
              <a:t> on send / write / delete</a:t>
            </a:r>
          </a:p>
          <a:p>
            <a:pPr lvl="1"/>
            <a:r>
              <a:rPr b="1"/>
              <a:t> Least privilege</a:t>
            </a:r>
            <a:r>
              <a:t> — scope the connector to one object</a:t>
            </a:r>
          </a:p>
          <a:p>
            <a:pPr lvl="1"/>
            <a:r>
              <a:rPr b="1"/>
              <a:t> Logging</a:t>
            </a:r>
            <a:r>
              <a:t> — every run to a table / sheet</a:t>
            </a:r>
          </a:p>
          <a:p>
            <a:pPr lvl="1"/>
            <a:r>
              <a:t> Treat inbound text as</a:t>
            </a:r>
            <a:r>
              <a:rPr b="1"/>
              <a:t> untrusted data</a:t>
            </a:r>
          </a:p>
          <a:p>
            <a:endParaRPr b="1"/>
          </a:p>
          <a:p>
            <a:endParaRPr b="1"/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sora-shimazaki-56684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3310731"/>
            <a:ext cx="2225067" cy="333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706639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Zap that auto-sends is not a pilot. It is an incident waiting for a trigger.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Least Privilege With Connectors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Zapier connection carries real credentials</a:t>
            </a:r>
          </a:p>
          <a:p>
            <a:r>
              <a:t> Scope it down:</a:t>
            </a:r>
          </a:p>
          <a:p>
            <a:pPr lvl="1"/>
            <a:r>
              <a:t> a dedicated service account, not a person's admin login</a:t>
            </a:r>
          </a:p>
          <a:p>
            <a:pPr lvl="1"/>
            <a:r>
              <a:t> the narrowest permission that works (draft, not send)</a:t>
            </a:r>
          </a:p>
          <a:p>
            <a:pPr lvl="1"/>
            <a:r>
              <a:t> read-only first; write-back only after review works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62748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connector's scope is the agent's blast radius. Keep it small.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Logging Every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Append one row per run — the review queue</a:t>
            </a:r>
            <a:r>
              <a:rPr i="1" dirty="0"/>
              <a:t> is</a:t>
            </a:r>
            <a:r>
              <a:rPr dirty="0"/>
              <a:t> the log</a:t>
            </a:r>
          </a:p>
          <a:p>
            <a:endParaRPr lang="en-US" dirty="0"/>
          </a:p>
          <a:p>
            <a:endParaRPr dirty="0"/>
          </a:p>
          <a:p>
            <a:r>
              <a:rPr dirty="0"/>
              <a:t> Status stays</a:t>
            </a:r>
            <a:r>
              <a:rPr dirty="0">
                <a:latin typeface="Courier New"/>
              </a:rPr>
              <a:t> NEEDS_REVIEW</a:t>
            </a:r>
            <a:r>
              <a:rPr dirty="0"/>
              <a:t> until a human acts</a:t>
            </a:r>
          </a:p>
          <a:p>
            <a:r>
              <a:rPr dirty="0"/>
              <a:t> Mirrors</a:t>
            </a:r>
            <a:r>
              <a:rPr dirty="0">
                <a:latin typeface="Courier New"/>
              </a:rPr>
              <a:t> course-materials/audit-log-</a:t>
            </a:r>
            <a:r>
              <a:rPr dirty="0" err="1">
                <a:latin typeface="Courier New"/>
              </a:rPr>
              <a:t>schema.md</a:t>
            </a:r>
            <a:endParaRPr dirty="0">
              <a:latin typeface="Courier New"/>
            </a:endParaRPr>
          </a:p>
          <a:p>
            <a:endParaRPr dirty="0">
              <a:latin typeface="Courier New"/>
            </a:endParaRPr>
          </a:p>
          <a:p>
            <a:endParaRPr dirty="0">
              <a:latin typeface="Courier New"/>
            </a:endParaRPr>
          </a:p>
          <a:p>
            <a:endParaRPr dirty="0">
              <a:latin typeface="Courier New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338" y="1714623"/>
            <a:ext cx="9405938" cy="436248"/>
          </a:xfrm>
          <a:prstGeom prst="rect">
            <a:avLst/>
          </a:prstGeom>
        </p:spPr>
      </p:pic>
      <p:pic>
        <p:nvPicPr>
          <p:cNvPr id="6" name="Picture 5" descr="pexels-birgitboellinger-3220736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848" y="3920331"/>
            <a:ext cx="3994364" cy="266290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3050" y="708266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If you can't see what the agent did, you can't govern it. Log first.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Low-Code vs. Code: Honest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764346"/>
              </p:ext>
            </p:extLst>
          </p:nvPr>
        </p:nvGraphicFramePr>
        <p:xfrm>
          <a:off x="237744" y="1502251"/>
          <a:ext cx="89154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t>Concern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Low-Code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Code (LangGraph)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Time to first win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Business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Developer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Branching /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Testing / versioning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Custom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Prebuilt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Anything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Manual, in-UI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In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429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Start low-code to prove value. Move to code when the limits start to bite.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Cloud-Free In The Classroom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No Zapier or ChatGPT account? You are</a:t>
            </a:r>
            <a:r>
              <a:rPr b="1"/>
              <a:t> not</a:t>
            </a:r>
            <a:r>
              <a:t> blocked</a:t>
            </a:r>
          </a:p>
          <a:p>
            <a:r>
              <a:t> Lab 10 ships</a:t>
            </a:r>
            <a:r>
              <a:rPr>
                <a:latin typeface="Courier New"/>
              </a:rPr>
              <a:t> zap_sim.py</a:t>
            </a:r>
            <a:r>
              <a:t> — the same trigger -&gt; GPT -&gt; action -&gt; review pipeline in Python</a:t>
            </a:r>
          </a:p>
          <a:p>
            <a:r>
              <a:t> Lab 11 ships</a:t>
            </a:r>
            <a:r>
              <a:rPr>
                <a:latin typeface="Courier New"/>
              </a:rPr>
              <a:t> crm_agent.py</a:t>
            </a:r>
            <a:r>
              <a:t> — the CRM agent against a local SQLite DB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We simulate the SaaS locally so everyone builds the pattern, account or not.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10 — Business Automation With ChatGPT + Zapier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Stop here and run Lab 10.</a:t>
            </a:r>
          </a:p>
          <a:p>
            <a:r>
              <a:t> You will:</a:t>
            </a:r>
          </a:p>
          <a:p>
            <a:r>
              <a:t> Design a Custom GPT with an Action (OpenAPI) for ticket triage.</a:t>
            </a:r>
          </a:p>
          <a:p>
            <a:r>
              <a:t> Build a Zapier flow: trigger -&gt; GPT step -&gt; action -&gt; review.</a:t>
            </a:r>
          </a:p>
          <a:p>
            <a:r>
              <a:t> Add memory, a reflection step, and a human-approval gate.</a:t>
            </a:r>
          </a:p>
          <a:p>
            <a:r>
              <a:t> Or run the local</a:t>
            </a:r>
            <a:r>
              <a:rPr>
                <a:latin typeface="Courier New"/>
              </a:rPr>
              <a:t> zap_sim.py</a:t>
            </a:r>
            <a:r>
              <a:t> over</a:t>
            </a:r>
            <a:r>
              <a:rPr>
                <a:latin typeface="Courier New"/>
              </a:rPr>
              <a:t> support_tickets.csv</a:t>
            </a:r>
            <a:r>
              <a:t> for the same result.</a:t>
            </a:r>
          </a:p>
          <a:p>
            <a:r>
              <a:rPr b="1"/>
              <a:t> Deliverable:</a:t>
            </a:r>
            <a:r>
              <a:t> a documented Custom GPT + Zap (or a simulator run) with a review queue.</a:t>
            </a:r>
          </a:p>
          <a:p>
            <a:r>
              <a:rPr b="1"/>
              <a:t> Time:</a:t>
            </a:r>
            <a:r>
              <a:t> 60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11 — No-Code AI CRM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Stop here and run Lab 11.</a:t>
            </a:r>
          </a:p>
          <a:p>
            <a:r>
              <a:t> You will:</a:t>
            </a:r>
          </a:p>
          <a:p>
            <a:r>
              <a:t> Build a no-code CRM assistant that classifies leads/tickets and drafts CRM notes.</a:t>
            </a:r>
          </a:p>
          <a:p>
            <a:r>
              <a:t> Put every write behind a human-approval step.</a:t>
            </a:r>
          </a:p>
          <a:p>
            <a:r>
              <a:t> Or run</a:t>
            </a:r>
            <a:r>
              <a:rPr>
                <a:latin typeface="Courier New"/>
              </a:rPr>
              <a:t> crm_agent.py</a:t>
            </a:r>
            <a:r>
              <a:t> against a local SQLite CRM with a review queue.</a:t>
            </a:r>
          </a:p>
          <a:p>
            <a:r>
              <a:t> Confirm no dangerous write is ever auto-committed.</a:t>
            </a:r>
          </a:p>
          <a:p>
            <a:r>
              <a:rPr b="1"/>
              <a:t> Deliverable:</a:t>
            </a:r>
            <a:r>
              <a:t> proposed CRM updates in a review queue, approved by a human before commit.</a:t>
            </a:r>
          </a:p>
          <a:p>
            <a:r>
              <a:rPr b="1"/>
              <a:t> Time:</a:t>
            </a:r>
            <a:r>
              <a:t> 60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378297</TotalTime>
  <Words>1206</Words>
  <Application>Microsoft Macintosh PowerPoint</Application>
  <PresentationFormat>Custom</PresentationFormat>
  <Paragraphs>169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Low-Code Agentic Design</vt:lpstr>
      <vt:lpstr>Why This Module</vt:lpstr>
      <vt:lpstr>When Low-Code Fits</vt:lpstr>
      <vt:lpstr>The Low-Code Stack</vt:lpstr>
      <vt:lpstr>The Core Flow</vt:lpstr>
      <vt:lpstr>ChatGPT + Zapier</vt:lpstr>
      <vt:lpstr>Custom GPTs With Actions</vt:lpstr>
      <vt:lpstr>Memory In A Low-Code Workflow</vt:lpstr>
      <vt:lpstr>Chaining Steps</vt:lpstr>
      <vt:lpstr>Reflection In Low-Code</vt:lpstr>
      <vt:lpstr>A No-Code CRM Agent</vt:lpstr>
      <vt:lpstr>Governance In Low-Code</vt:lpstr>
      <vt:lpstr>Least Privilege With Connectors</vt:lpstr>
      <vt:lpstr>Logging Every Run</vt:lpstr>
      <vt:lpstr>Low-Code vs. Code: Honest Table</vt:lpstr>
      <vt:lpstr>Cloud-Free In The Classroom</vt:lpstr>
      <vt:lpstr>Lab 10 — Business Automation With ChatGPT + Zapier</vt:lpstr>
      <vt:lpstr>Lab 11 — No-Code AI CRM Agent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Warren Crawford</cp:lastModifiedBy>
  <cp:revision>4136</cp:revision>
  <cp:lastPrinted>2010-01-03T02:41:41Z</cp:lastPrinted>
  <dcterms:created xsi:type="dcterms:W3CDTF">2010-07-13T15:22:01Z</dcterms:created>
  <dcterms:modified xsi:type="dcterms:W3CDTF">2026-10-15T03:24:28Z</dcterms:modified>
</cp:coreProperties>
</file>