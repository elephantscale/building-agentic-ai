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Governance with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O–P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agent governance —</a:t>
            </a:r>
            <a:r>
              <a:rPr b="1"/>
              <a:t> autonomy creates accountability</a:t>
            </a:r>
          </a:p>
          <a:p>
            <a:r>
              <a:t> Tracking every agent action;</a:t>
            </a:r>
            <a:r>
              <a:rPr b="1"/>
              <a:t> data lineage</a:t>
            </a:r>
          </a:p>
          <a:p>
            <a:r>
              <a:rPr b="1"/>
              <a:t> Audit logs</a:t>
            </a:r>
            <a:r>
              <a:t> as the backbone (ref</a:t>
            </a:r>
            <a:r>
              <a:rPr>
                <a:latin typeface="Courier New"/>
              </a:rPr>
              <a:t> audit-log-schema.md</a:t>
            </a:r>
            <a:r>
              <a:t> )</a:t>
            </a:r>
          </a:p>
          <a:p>
            <a:r>
              <a:t> Access control and</a:t>
            </a:r>
            <a:r>
              <a:rPr b="1"/>
              <a:t> least privilege</a:t>
            </a:r>
          </a:p>
          <a:p>
            <a:r>
              <a:t> Databricks tools, conceptually:</a:t>
            </a:r>
            <a:r>
              <a:rPr b="1"/>
              <a:t> Unity Catalog, MLflow tracing, Delta, dashboards</a:t>
            </a:r>
          </a:p>
          <a:p>
            <a:r>
              <a:t> A worked</a:t>
            </a:r>
            <a:r>
              <a:rPr b="1"/>
              <a:t> HR-analytics</a:t>
            </a:r>
            <a:r>
              <a:t> governance example</a:t>
            </a:r>
          </a:p>
          <a:p>
            <a:r>
              <a:t> Mapping controls to</a:t>
            </a:r>
            <a:r>
              <a:rPr b="1"/>
              <a:t> policy</a:t>
            </a:r>
            <a:r>
              <a:t> — who reviews, how long we keep it</a:t>
            </a:r>
          </a:p>
          <a:p>
            <a:r>
              <a:t> Then you build the auditor — Lab 16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chatbot answers; an agent acts. The moment it acts, someone must be able to answer for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Governance — Autonomy ⇒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agent that can</a:t>
            </a:r>
            <a:r>
              <a:rPr b="1"/>
              <a:t> send / pay / delete / change records</a:t>
            </a:r>
            <a:r>
              <a:t> can cause real harm</a:t>
            </a:r>
          </a:p>
          <a:p>
            <a:r>
              <a:t> "It's just the AI" is not an answer to an auditor, a regulator, or a customer</a:t>
            </a:r>
          </a:p>
          <a:p>
            <a:r>
              <a:t> Governance answers five questions</a:t>
            </a:r>
            <a:r>
              <a:rPr b="1"/>
              <a:t> after the fact</a:t>
            </a:r>
            <a:r>
              <a:t> :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13" y="3656529"/>
            <a:ext cx="8178800" cy="15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3613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Governance is not paperwork. It's the ability to reconstruct exactly what happened, and prove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Agent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Every run emits a structured,</a:t>
            </a:r>
            <a:r>
              <a:rPr b="1" dirty="0"/>
              <a:t> append-only</a:t>
            </a:r>
            <a:r>
              <a:rPr dirty="0"/>
              <a:t> trace</a:t>
            </a:r>
          </a:p>
          <a:p>
            <a:r>
              <a:rPr dirty="0"/>
              <a:t> One event per line (JSONL), one object per event (see</a:t>
            </a:r>
            <a:r>
              <a:rPr dirty="0">
                <a:latin typeface="Courier New"/>
              </a:rPr>
              <a:t> audit-log-</a:t>
            </a:r>
            <a:r>
              <a:rPr dirty="0" err="1">
                <a:latin typeface="Courier New"/>
              </a:rPr>
              <a:t>schema.md</a:t>
            </a:r>
            <a:r>
              <a:rPr dirty="0"/>
              <a:t> )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r>
              <a:rPr dirty="0"/>
              <a:t> Log: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run_start</a:t>
            </a:r>
            <a:r>
              <a:rPr dirty="0"/>
              <a:t> ,</a:t>
            </a:r>
            <a:r>
              <a:rPr dirty="0">
                <a:latin typeface="Courier New"/>
              </a:rPr>
              <a:t> plan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tool_call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tool_result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human_gate</a:t>
            </a:r>
            <a:r>
              <a:rPr dirty="0"/>
              <a:t> ,</a:t>
            </a:r>
            <a:r>
              <a:rPr dirty="0">
                <a:latin typeface="Courier New"/>
              </a:rPr>
              <a:t> reflection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run_end</a:t>
            </a:r>
            <a:endParaRPr dirty="0">
              <a:latin typeface="Courier New"/>
            </a:endParaRPr>
          </a:p>
          <a:p>
            <a:r>
              <a:rPr b="1" dirty="0"/>
              <a:t> Bound payloads</a:t>
            </a:r>
            <a:r>
              <a:rPr dirty="0"/>
              <a:t> ,</a:t>
            </a:r>
            <a:r>
              <a:rPr b="1" dirty="0"/>
              <a:t> redact secrets/PII</a:t>
            </a:r>
            <a:r>
              <a:rPr dirty="0"/>
              <a:t> , put</a:t>
            </a:r>
            <a:r>
              <a:rPr b="1" dirty="0"/>
              <a:t> totals on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2431246"/>
            <a:ext cx="8915400" cy="8813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92734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it isn't in the log, it didn't happen — and you can't prove it did.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Lineage — Where Did This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Lineage</a:t>
            </a:r>
            <a:r>
              <a:rPr dirty="0"/>
              <a:t> = the path from source data → agent → output/action</a:t>
            </a:r>
          </a:p>
          <a:p>
            <a:r>
              <a:rPr dirty="0"/>
              <a:t> Answers:</a:t>
            </a:r>
            <a:r>
              <a:rPr i="1" dirty="0"/>
              <a:t> which tables did the agent read to make that decision?</a:t>
            </a:r>
          </a:p>
          <a:p>
            <a:r>
              <a:rPr dirty="0"/>
              <a:t> Needed for: audits, incident response, GDPR/CCPA requests, debugging plan drift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Lineage links the</a:t>
            </a:r>
            <a:r>
              <a:rPr b="1" dirty="0"/>
              <a:t> audit log</a:t>
            </a:r>
            <a:r>
              <a:rPr dirty="0"/>
              <a:t> to the</a:t>
            </a:r>
            <a:r>
              <a:rPr b="1" dirty="0"/>
              <a:t> actual data assets</a:t>
            </a:r>
            <a:r>
              <a:rPr dirty="0"/>
              <a:t> touched.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3727475"/>
            <a:ext cx="8915400" cy="842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Lineage turns "the agent said so" into "here is every table that produced this number".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and Least Privilege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agent gets its</a:t>
            </a:r>
            <a:r>
              <a:rPr b="1"/>
              <a:t> own identity</a:t>
            </a:r>
            <a:r>
              <a:t> , not a human's admin token</a:t>
            </a:r>
          </a:p>
          <a:p>
            <a:r>
              <a:t> Grant the</a:t>
            </a:r>
            <a:r>
              <a:rPr b="1"/>
              <a:t> fewest</a:t>
            </a:r>
            <a:r>
              <a:t> tables/tools with the</a:t>
            </a:r>
            <a:r>
              <a:rPr b="1"/>
              <a:t> narrowest</a:t>
            </a:r>
            <a:r>
              <a:t> scope that works</a:t>
            </a:r>
          </a:p>
          <a:p>
            <a:r>
              <a:rPr b="1"/>
              <a:t> Read-only first</a:t>
            </a:r>
            <a:r>
              <a:t> — observe and draft before it can change anything</a:t>
            </a:r>
          </a:p>
          <a:p>
            <a:r>
              <a:t> Column/row-level controls: the agent sees aggregates,</a:t>
            </a:r>
            <a:r>
              <a:rPr b="1"/>
              <a:t> not raw PII</a:t>
            </a:r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2" y="4627751"/>
            <a:ext cx="9019913" cy="8355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8762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Least privilege is the cheapest incident-limiter you have. Scope the agent before you trust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Databricks, Conceptually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You don't need Databricks to learn this — the</a:t>
            </a:r>
            <a:r>
              <a:rPr b="1" dirty="0"/>
              <a:t> shapes</a:t>
            </a:r>
            <a:r>
              <a:rPr dirty="0"/>
              <a:t> are portable.</a:t>
            </a:r>
          </a:p>
          <a:p>
            <a:r>
              <a:rPr dirty="0"/>
              <a:t> Local fallback (Lab 16): JSONL log →</a:t>
            </a:r>
            <a:r>
              <a:rPr b="1" dirty="0"/>
              <a:t> Parquet</a:t>
            </a:r>
            <a:r>
              <a:rPr dirty="0"/>
              <a:t> "Delta" table → pandas queries.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19903"/>
              </p:ext>
            </p:extLst>
          </p:nvPr>
        </p:nvGraphicFramePr>
        <p:xfrm>
          <a:off x="485394" y="1253331"/>
          <a:ext cx="8667750" cy="2971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dirty="0"/>
                        <a:t>Databricks piece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Governance 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b="1"/>
                        <a:t>Unity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Central permissions + </a:t>
                      </a:r>
                      <a:r>
                        <a:rPr b="1"/>
                        <a:t>data lineage</a:t>
                      </a:r>
                      <a:r>
                        <a:t> across tables/models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b="1"/>
                        <a:t>MLflow Tracing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Capture each agent run: prompts, tool calls, latency,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b="1"/>
                        <a:t>Delta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 the </a:t>
                      </a:r>
                      <a:r>
                        <a:rPr b="1"/>
                        <a:t>audit log</a:t>
                      </a:r>
                      <a:r>
                        <a:t> — ACID, append-only, time-travel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b="1" dirty="0"/>
                        <a:t>Dashboards /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Query the log: violations, cost, volume, who-did-what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Unity Catalog = who + lineage. MLflow = the trace. Delta = the ledger. Dashboards = the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 → Delta → Dashboard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Same pipeline locally: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jsonl</a:t>
            </a:r>
            <a:r>
              <a:rPr dirty="0">
                <a:latin typeface="Courier New"/>
              </a:rPr>
              <a:t> → pandas → parquet → query + markdown report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054113"/>
            <a:ext cx="8915400" cy="37116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Logs are the raw ledger. Delta makes them </a:t>
            </a:r>
            <a:r>
              <a:rPr sz="1800" i="1" dirty="0" err="1">
                <a:solidFill>
                  <a:srgbClr val="333333"/>
                </a:solidFill>
              </a:rPr>
              <a:t>queryable</a:t>
            </a:r>
            <a:r>
              <a:rPr sz="1800" i="1" dirty="0">
                <a:solidFill>
                  <a:srgbClr val="333333"/>
                </a:solidFill>
              </a:rPr>
              <a:t>. The dashboard is where governance becomes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HR Analytics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Goal: an agent answers HR questions ("pay gap by level?", "attrition in sales?")</a:t>
            </a:r>
          </a:p>
          <a:p>
            <a:r>
              <a:t> It reads sensitive tables, so governance is</a:t>
            </a:r>
            <a:r>
              <a:rPr b="1"/>
              <a:t> not optional</a:t>
            </a:r>
          </a:p>
          <a:p>
            <a:endParaRPr b="1"/>
          </a:p>
          <a:p>
            <a:endParaRPr b="1"/>
          </a:p>
          <a:p>
            <a:r>
              <a:t> Every question = one logged run. Every emailed report = a</a:t>
            </a:r>
            <a:r>
              <a:rPr>
                <a:latin typeface="Courier New"/>
              </a:rPr>
              <a:t> human_gate</a:t>
            </a:r>
            <a:r>
              <a:t> event.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097561"/>
            <a:ext cx="9258300" cy="1364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3416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High-value questions over sensitive data are exactly where an ungoverned agent gets you fired.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Auditor Looks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Ungated dangerous actions</a:t>
            </a:r>
            <a:r>
              <a:t> — a</a:t>
            </a:r>
            <a:r>
              <a:rPr>
                <a:latin typeface="Courier New"/>
              </a:rPr>
              <a:t> send/pay/delete</a:t>
            </a:r>
            <a:r>
              <a:t> with no approved</a:t>
            </a:r>
            <a:r>
              <a:rPr>
                <a:latin typeface="Courier New"/>
              </a:rPr>
              <a:t> human_gate</a:t>
            </a:r>
          </a:p>
          <a:p>
            <a:r>
              <a:rPr b="1"/>
              <a:t> Missing human approval</a:t>
            </a:r>
            <a:r>
              <a:t> — action proceeded after a</a:t>
            </a:r>
            <a:r>
              <a:rPr>
                <a:latin typeface="Courier New"/>
              </a:rPr>
              <a:t> denied</a:t>
            </a:r>
            <a:r>
              <a:t> gate (or no gate at all)</a:t>
            </a:r>
          </a:p>
          <a:p>
            <a:r>
              <a:rPr b="1"/>
              <a:t> PII in the logs</a:t>
            </a:r>
            <a:r>
              <a:t> — raw emails, SSNs, salaries in</a:t>
            </a:r>
            <a:r>
              <a:rPr>
                <a:latin typeface="Courier New"/>
              </a:rPr>
              <a:t> detail</a:t>
            </a:r>
            <a:r>
              <a:t> /</a:t>
            </a:r>
            <a:r>
              <a:rPr>
                <a:latin typeface="Courier New"/>
              </a:rPr>
              <a:t> result</a:t>
            </a:r>
          </a:p>
          <a:p>
            <a:r>
              <a:rPr b="1"/>
              <a:t> Runaway loops</a:t>
            </a:r>
            <a:r>
              <a:t> — step counts or repeated identical calls past a threshold</a:t>
            </a:r>
          </a:p>
          <a:p>
            <a:r>
              <a:rPr b="1"/>
              <a:t> Cost spikes</a:t>
            </a:r>
            <a:r>
              <a:t> — a run's</a:t>
            </a:r>
            <a:r>
              <a:rPr>
                <a:latin typeface="Courier New"/>
              </a:rPr>
              <a:t> cost_usd</a:t>
            </a:r>
            <a:r>
              <a:t> far above the norm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6699"/>
            <a:ext cx="9372600" cy="6316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auditor doesn't read the final answer. It reads the process — the log — and flags the exceptions.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Controls to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control with no owner is a control that won't hold. Write it down: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16938"/>
              </p:ext>
            </p:extLst>
          </p:nvPr>
        </p:nvGraphicFramePr>
        <p:xfrm>
          <a:off x="704088" y="1799657"/>
          <a:ext cx="7915656" cy="4482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7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336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answer (example)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336">
                <a:tc>
                  <a:txBody>
                    <a:bodyPr/>
                    <a:lstStyle/>
                    <a:p>
                      <a:r>
                        <a:t>Who reviews failures?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Named owner per agent; HRBP for HR-analytics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336">
                <a:tc>
                  <a:txBody>
                    <a:bodyPr/>
                    <a:lstStyle/>
                    <a:p>
                      <a:r>
                        <a:t>Who approves dangerous actions?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Role-based approver in the human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336">
                <a:tc>
                  <a:txBody>
                    <a:bodyPr/>
                    <a:lstStyle/>
                    <a:p>
                      <a:r>
                        <a:t>How long do we retain logs?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 log retained </a:t>
                      </a:r>
                      <a:r>
                        <a:rPr b="1"/>
                        <a:t>13 months</a:t>
                      </a:r>
                      <a:r>
                        <a:t>, then archived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6194">
                <a:tc>
                  <a:txBody>
                    <a:bodyPr/>
                    <a:lstStyle/>
                    <a:p>
                      <a:r>
                        <a:t>Who can read the logs?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Compliance + agent owner; Unity Catalog grant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336">
                <a:tc>
                  <a:txBody>
                    <a:bodyPr/>
                    <a:lstStyle/>
                    <a:p>
                      <a:r>
                        <a:t>What triggers escalation?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Any ungated dangerous action → incident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42900" y="71871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checkbox in the safety checklist should map to a person and a retention rule — or it's theater.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Autonomy ⇒ accountability — governance lets you</a:t>
            </a:r>
            <a:r>
              <a:rPr b="1"/>
              <a:t> reconstruct and prove</a:t>
            </a:r>
            <a:r>
              <a:t> what happened</a:t>
            </a:r>
          </a:p>
          <a:p>
            <a:r>
              <a:rPr b="1"/>
              <a:t> Log everything</a:t>
            </a:r>
            <a:r>
              <a:t> (append-only JSONL),</a:t>
            </a:r>
            <a:r>
              <a:rPr b="1"/>
              <a:t> redact PII</a:t>
            </a:r>
            <a:r>
              <a:t> , totals on</a:t>
            </a:r>
            <a:r>
              <a:rPr>
                <a:latin typeface="Courier New"/>
              </a:rPr>
              <a:t> run_end</a:t>
            </a:r>
          </a:p>
          <a:p>
            <a:r>
              <a:rPr b="1"/>
              <a:t> Lineage</a:t>
            </a:r>
            <a:r>
              <a:t> ties decisions back to the data that produced them</a:t>
            </a:r>
          </a:p>
          <a:p>
            <a:r>
              <a:rPr b="1"/>
              <a:t> Least privilege + own identity</a:t>
            </a:r>
            <a:r>
              <a:t> limits the blast radius</a:t>
            </a:r>
          </a:p>
          <a:p>
            <a:r>
              <a:t> Databricks shape:</a:t>
            </a:r>
            <a:r>
              <a:rPr b="1"/>
              <a:t> Unity Catalog + MLflow + Delta + dashboards</a:t>
            </a:r>
            <a:r>
              <a:t> — portable locally</a:t>
            </a:r>
          </a:p>
          <a:p>
            <a:r>
              <a:t> Map every control to an</a:t>
            </a:r>
            <a:r>
              <a:rPr b="1"/>
              <a:t> owner, an approver, and a retention rule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009587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built agents that act. Governance is how you stay allowed to run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16 — HR Governance Agent (Audit Agent Activity)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16.</a:t>
            </a:r>
          </a:p>
          <a:p>
            <a:r>
              <a:t> You will:</a:t>
            </a:r>
          </a:p>
          <a:p>
            <a:r>
              <a:rPr b="1"/>
              <a:t> Ingest</a:t>
            </a:r>
            <a:r>
              <a:t> an agent activity log (JSONL, per</a:t>
            </a:r>
            <a:r>
              <a:rPr>
                <a:latin typeface="Courier New"/>
              </a:rPr>
              <a:t> audit-log-schema.md</a:t>
            </a:r>
            <a:r>
              <a:t> ).</a:t>
            </a:r>
          </a:p>
          <a:p>
            <a:r>
              <a:t> Run</a:t>
            </a:r>
            <a:r>
              <a:rPr b="1"/>
              <a:t> deterministic policy checks</a:t>
            </a:r>
            <a:r>
              <a:t> : ungated dangerous actions, missing approval, PII in logs, runaway loops, cost spikes.</a:t>
            </a:r>
          </a:p>
          <a:p>
            <a:r>
              <a:t> Produce a</a:t>
            </a:r>
            <a:r>
              <a:rPr b="1"/>
              <a:t> compliance report</a:t>
            </a:r>
            <a:r>
              <a:t> (Markdown) with one row per finding.</a:t>
            </a:r>
          </a:p>
          <a:p>
            <a:r>
              <a:t> Write findings to a</a:t>
            </a:r>
            <a:r>
              <a:rPr b="1"/>
              <a:t> Delta-style table</a:t>
            </a:r>
            <a:r>
              <a:t> — Parquet via pandas/pyarrow (note the Unity Catalog equivalent).</a:t>
            </a:r>
          </a:p>
          <a:p>
            <a:r>
              <a:rPr i="1"/>
              <a:t> (Optional)</a:t>
            </a:r>
            <a:r>
              <a:t> Add an</a:t>
            </a:r>
            <a:r>
              <a:rPr b="1"/>
              <a:t> LLM narrative</a:t>
            </a:r>
            <a:r>
              <a:t> summarizing the audit for a non-technical reviewer.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hr_governance_agent.py</a:t>
            </a:r>
            <a:r>
              <a:t> that turns</a:t>
            </a:r>
            <a:r>
              <a:rPr>
                <a:latin typeface="Courier New"/>
              </a:rPr>
              <a:t> sample_activity_log.jsonl</a:t>
            </a:r>
            <a:r>
              <a:t> into</a:t>
            </a:r>
            <a:r>
              <a:rPr>
                <a:latin typeface="Courier New"/>
              </a:rPr>
              <a:t> findings.parquet</a:t>
            </a:r>
            <a:r>
              <a:t> + a Markdown compliance report.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378295</TotalTime>
  <Words>1242</Words>
  <Application>Microsoft Macintosh PowerPoint</Application>
  <PresentationFormat>Custom</PresentationFormat>
  <Paragraphs>144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Governance with Databricks</vt:lpstr>
      <vt:lpstr>Part IV O–P — What We'll Cover</vt:lpstr>
      <vt:lpstr>Why Governance — Autonomy ⇒ Accountability</vt:lpstr>
      <vt:lpstr>Tracking Agent Actions</vt:lpstr>
      <vt:lpstr>Data Lineage — Where Did This Come From?</vt:lpstr>
      <vt:lpstr>Access Control and Least Privilege</vt:lpstr>
      <vt:lpstr>Databricks, Conceptually</vt:lpstr>
      <vt:lpstr>The Log → Delta → Dashboard Flow</vt:lpstr>
      <vt:lpstr>Worked Example — HR Analytics Agent</vt:lpstr>
      <vt:lpstr>What the Auditor Looks For</vt:lpstr>
      <vt:lpstr>Mapping Controls to Policy</vt:lpstr>
      <vt:lpstr>Putting It Together</vt:lpstr>
      <vt:lpstr>Lab 16 — HR Governance Agent (Audit Agent Activity)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2026-10-18T22:02:27Z</dcterms:modified>
</cp:coreProperties>
</file>